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1737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5 – Cyber Security Internship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2423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VAPT Tools – Practical Learning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77240" y="3291840"/>
            <a:ext cx="1188720" cy="45720"/>
          </a:xfrm>
          <a:prstGeom prst="rect">
            <a:avLst/>
          </a:prstGeom>
          <a:solidFill>
            <a:srgbClr val="6FD3C7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 |  Nikto  |  Burp Suite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" y="5577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PAILACHUKKA SUSMITHA
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Lab Environment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17922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16459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basic VAPT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26771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21214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network reconnaissance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5968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open ports / services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21868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30723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a web server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369417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5478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HTTP requests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1696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" y="4023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security findings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00800" y="1280160"/>
            <a:ext cx="5303520" cy="3840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7780">
            <a:solidFill>
              <a:srgbClr val="1F7A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1280160"/>
            <a:ext cx="5303520" cy="50292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0" y="12801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Lab Environment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965960"/>
          <a:ext cx="48463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 Linux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Apache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192.168.56.101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192.168.56.0/24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– Port 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5394960"/>
            <a:ext cx="11247120" cy="822960"/>
          </a:xfrm>
          <a:prstGeom prst="roundRect">
            <a:avLst>
              <a:gd name="adj" fmla="val 5556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" y="5394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6608"/>
                </a:solidFill>
              </a:rPr>
              <a:t>All testing was performed only against the student's own authorized VirtualBox lab environment.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VAPT Tools Practical Learning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– Network Reconnaissance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25880"/>
            <a:ext cx="11155680" cy="1371600"/>
          </a:xfrm>
          <a:prstGeom prst="roundRect">
            <a:avLst>
              <a:gd name="adj" fmla="val 3333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4630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-sS 192.168.56.101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-sV 192.168.56.101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-A  192.168.56.101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Key Results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11155680" cy="2377440"/>
          </a:xfrm>
          <a:prstGeom prst="roundRect">
            <a:avLst>
              <a:gd name="adj" fmla="val 2308"/>
            </a:avLst>
          </a:prstGeom>
          <a:solidFill>
            <a:srgbClr val="E7F5EA"/>
          </a:solidFill>
          <a:ln w="16510">
            <a:solidFill>
              <a:srgbClr val="1B7A3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36667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0" name="Text 7"/>
          <p:cNvSpPr/>
          <p:nvPr/>
        </p:nvSpPr>
        <p:spPr>
          <a:xfrm>
            <a:off x="1161288" y="3520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80/tcp open — HTTP service detected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68680" y="419709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2" name="Text 9"/>
          <p:cNvSpPr/>
          <p:nvPr/>
        </p:nvSpPr>
        <p:spPr>
          <a:xfrm>
            <a:off x="1161288" y="40507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httpd 2.4.66 ((Ubuntu)) identified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68680" y="472744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4" name="Text 11"/>
          <p:cNvSpPr/>
          <p:nvPr/>
        </p:nvSpPr>
        <p:spPr>
          <a:xfrm>
            <a:off x="1161288" y="45811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title: Apache2 Ubuntu Default Page: It works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868680" y="525780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6" name="Text 13"/>
          <p:cNvSpPr/>
          <p:nvPr/>
        </p:nvSpPr>
        <p:spPr>
          <a:xfrm>
            <a:off x="1161288" y="511149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999 other TCP ports reported closed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VAPT Tools Practical Learning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Nikto – Web Server Assessment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325880"/>
            <a:ext cx="11155680" cy="731520"/>
          </a:xfrm>
          <a:prstGeom prst="roundRect">
            <a:avLst>
              <a:gd name="adj" fmla="val 6250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3258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nikto -h http://192.168.56.101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7523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Content-Security-Policy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40080" y="3264408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31181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Permissions-Policy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40080" y="3776472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6301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X-Content-Type-Options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0080" y="4288536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41422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Referrer-Policy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40080" y="4800600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465429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Strict-Transport-Security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640080" y="53126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9" name="Text 16"/>
          <p:cNvSpPr/>
          <p:nvPr/>
        </p:nvSpPr>
        <p:spPr>
          <a:xfrm>
            <a:off x="932688" y="5166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ETag / inode information disclosure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548640" y="5715000"/>
            <a:ext cx="11155680" cy="594360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57150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6608"/>
                </a:solidFill>
              </a:rPr>
              <a:t>Allowed HTTP methods observed: HEAD, GET, POST, OPTIONS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VAPT Tools Practical Learning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 – HTTP Request Analysis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 127.0.0.1:8080          Target: http://192.168.56.101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840480"/>
          </a:xfrm>
          <a:prstGeom prst="roundRect">
            <a:avLst>
              <a:gd name="adj" fmla="val 1429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D3C7"/>
                </a:solidFill>
              </a:rPr>
              <a:t>Captured Request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 HTTP/1.1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192.168.56.101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5661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showed how a browser communicates with a web server, and a second capture revealed conditional caching headers on a repeat visit.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0" y="1828800"/>
            <a:ext cx="5303520" cy="3840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7780">
            <a:solidFill>
              <a:srgbClr val="1F7A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2940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C4"/>
                </a:solidFill>
              </a:rPr>
              <a:t>Observed Headers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20840" y="26609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3" name="Text 10"/>
          <p:cNvSpPr/>
          <p:nvPr/>
        </p:nvSpPr>
        <p:spPr>
          <a:xfrm>
            <a:off x="7013448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User-Agent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720840" y="31638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7013448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720840" y="36667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7" name="Text 14"/>
          <p:cNvSpPr/>
          <p:nvPr/>
        </p:nvSpPr>
        <p:spPr>
          <a:xfrm>
            <a:off x="7013448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Accept-Language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720840" y="41696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9" name="Text 16"/>
          <p:cNvSpPr/>
          <p:nvPr/>
        </p:nvSpPr>
        <p:spPr>
          <a:xfrm>
            <a:off x="7013448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Accept-Encoding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720840" y="467258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1" name="Text 18"/>
          <p:cNvSpPr/>
          <p:nvPr/>
        </p:nvSpPr>
        <p:spPr>
          <a:xfrm>
            <a:off x="7013448" y="4526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VAPT Tools Practical Learning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VAPT Findings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5568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6692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HTTP 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80/tcp open — Apache 2.4.66 (Ubuntu)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security headers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recommended headers absent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ETag / inode disclosure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Filesystem-related metadata exposure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Burp Suite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 information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headers visible in interception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54880"/>
            <a:ext cx="11155680" cy="1097280"/>
          </a:xfrm>
          <a:prstGeom prst="roundRect">
            <a:avLst>
              <a:gd name="adj" fmla="val 4167"/>
            </a:avLst>
          </a:prstGeom>
          <a:solidFill>
            <a:srgbClr val="FFF3CD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47548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D6608"/>
                </a:solidFill>
              </a:rPr>
              <a:t>These are configuration and security-hardening observations from an authorized lab exercise — not proof of successful exploitation. An open port is not by itself a confirmed vulnerability.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VAPT Tools Practical Learning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 &amp; Learning Outcomes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188720" cy="54864"/>
          </a:xfrm>
          <a:prstGeom prst="rect">
            <a:avLst/>
          </a:prstGeom>
          <a:solidFill>
            <a:srgbClr val="1F7AC4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Mitigation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17922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7" name="Text 4"/>
          <p:cNvSpPr/>
          <p:nvPr/>
        </p:nvSpPr>
        <p:spPr>
          <a:xfrm>
            <a:off x="932688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HTTPS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2951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security headers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7980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2651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HTTP methods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330098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3" name="Text 10"/>
          <p:cNvSpPr/>
          <p:nvPr/>
        </p:nvSpPr>
        <p:spPr>
          <a:xfrm>
            <a:off x="932688" y="3154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information disclosure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38039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5" name="Text 12"/>
          <p:cNvSpPr/>
          <p:nvPr/>
        </p:nvSpPr>
        <p:spPr>
          <a:xfrm>
            <a:off x="932688" y="3657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Apache updated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0080" y="43068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17" name="Text 14"/>
          <p:cNvSpPr/>
          <p:nvPr/>
        </p:nvSpPr>
        <p:spPr>
          <a:xfrm>
            <a:off x="932688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server logs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7AC4"/>
                </a:solidFill>
              </a:rPr>
              <a:t>Learning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92240" y="179222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0" name="Text 17"/>
          <p:cNvSpPr/>
          <p:nvPr/>
        </p:nvSpPr>
        <p:spPr>
          <a:xfrm>
            <a:off x="6784848" y="16459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reconnaissance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492240" y="229514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2" name="Text 19"/>
          <p:cNvSpPr/>
          <p:nvPr/>
        </p:nvSpPr>
        <p:spPr>
          <a:xfrm>
            <a:off x="6784848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 web assessment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6492240" y="279806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4" name="Text 21"/>
          <p:cNvSpPr/>
          <p:nvPr/>
        </p:nvSpPr>
        <p:spPr>
          <a:xfrm>
            <a:off x="6784848" y="2651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HTTP interception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492240" y="330098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6" name="Text 23"/>
          <p:cNvSpPr/>
          <p:nvPr/>
        </p:nvSpPr>
        <p:spPr>
          <a:xfrm>
            <a:off x="6784848" y="3154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finding documentation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6492240" y="3803904"/>
            <a:ext cx="118872" cy="118872"/>
          </a:xfrm>
          <a:prstGeom prst="ellipse">
            <a:avLst/>
          </a:prstGeom>
          <a:solidFill>
            <a:srgbClr val="1F7AC4"/>
          </a:solidFill>
          <a:ln/>
        </p:spPr>
      </p:sp>
      <p:sp>
        <p:nvSpPr>
          <p:cNvPr id="28" name="Text 25"/>
          <p:cNvSpPr/>
          <p:nvPr/>
        </p:nvSpPr>
        <p:spPr>
          <a:xfrm>
            <a:off x="6784848" y="3657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security testing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– VAPT Tools Practical Learning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5/wm_pp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6FD3C7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51790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performed basic VAPT exercises in an authorized lab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06654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Nmap for reconnaissance and service detection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61518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Nikto for web-server security assessment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0080" y="316382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Burp Suite for HTTP request analysis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371246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566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multiple security-hardening observations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40080" y="4261104"/>
            <a:ext cx="128016" cy="128016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114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9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practical understanding of VAPT methodology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7F5"/>
                </a:solidFill>
              </a:rPr>
              <a:t>PAILACHUKKA SUSMITHA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2026-09-17T13:41:04Z</dcterms:created>
  <dcterms:modified xsi:type="dcterms:W3CDTF">2026-09-17T13:41:04Z</dcterms:modified>
</cp:coreProperties>
</file>